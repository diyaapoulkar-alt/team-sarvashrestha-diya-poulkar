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Saathi — Your Multimodal AI Accessibility Copilot</a:t>
            </a:r>
          </a:p>
          <a:p>
            <a:pPr>
              <a:spcBef>
                <a:spcPts val="1400"/>
              </a:spcBef>
              <a:defRPr sz="1800">
                <a:solidFill>
                  <a:srgbClr val="CBD5E1"/>
                </a:solidFill>
              </a:defRPr>
            </a:pPr>
            <a:r>
              <a:t>Unified Learning Platform with Real-Time Vision AI, Zero-Latency Subtitles, Cognitive Simplifier &amp; AI Lady Tutor</a:t>
            </a:r>
          </a:p>
          <a:p>
            <a:pPr>
              <a:spcBef>
                <a:spcPts val="2800"/>
              </a:spcBef>
              <a:defRPr sz="1400" b="1">
                <a:solidFill>
                  <a:srgbClr val="EC4899"/>
                </a:solidFill>
              </a:defRPr>
            </a:pPr>
            <a:r>
              <a:t>PROPOSED BY: TEAM SARVASHRESTHA | TRACK 2: AI AGENT / ACCESSIBILITY COPILOT (SOFC 2.0)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Problem &amp; Our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C4899"/>
                </a:solidFill>
              </a:defRPr>
            </a:pPr>
            <a:r>
              <a:t>❌ THE PROBLEM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• Students with disabilities juggle 5+ disconnected tools (screen reader, translator, captioner, PDF simplified reader).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• No tool understands the student's unique learning profile across senses.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• Existing apps suffer high latency, complex UI setups, or costly subscriptions.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• Campuses lack a single unified accessibility layer for inclusive classrooms.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✨ THE SAATHI SOLUTION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• Single PWA powered by Personalization-Aware Modality Router (PAMR).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• Set your accessibility profile once — Visual, Hearing, Cognitive, or Math.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• Automatic routing to Vision OCR, 0ms Live Speech Subtitles &amp; 5th-Grade Simplifier.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• Includes Saathi AI Studio with Chibi AI Lady Tutor for interactive campus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Core Assistive Features &amp; Profiles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👁️ Visual Assist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Llama-3.2 Vision &amp; OCR for printed notes, environment photos &amp; audio screen reader.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C4899"/>
                </a:solidFill>
              </a:defRPr>
            </a:pPr>
            <a:r>
              <a:t>🎤 Hearing Assist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0ms latency live classroom subtitles with instant Hindi/Marathi translation.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🧠 Cognitive Assist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5th-grade textbook simplifier with OpenDyslexic font &amp; rich markdown highlights.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📐 Math &amp; LaTeX Assist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Phonetic math formula speech reader &amp; symbol breakdown.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Architecture: PAMR Framework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End-to-End User Workflow &amp; Data Pipeline</a:t>
            </a:r>
          </a:p>
        </p:txBody>
      </p:sp>
      <p:pic>
        <p:nvPicPr>
          <p:cNvPr id="5" name="Picture 4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Full Site Multilingual Translation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🌐 3 SUPPORTED LANGUAGES: ENGLISH, HINDI (हिंदी), MARATHI (मराठी)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Instant Dynamic Language Switcher: Changing language updates the ENTIRE PWA interface in real time.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Navbar, Hero Section, Sidebar Navigation, Tool Headers &amp; Profile Controls are fully translated.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Groq AI Engine generates study summaries in the student's selected native language.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Bridges the language barrier for regional Indian university students.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Saathi AI Studio &amp; Chibi Lady Tutor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C4899"/>
                </a:solidFill>
              </a:defRPr>
            </a:pPr>
            <a:r>
              <a:t>👩‍🏫 INTERACTIVE LADY AI TUTOR COPILOT</a:t>
            </a:r>
          </a:p>
          <a:p>
            <a:pPr>
              <a:spcBef>
                <a:spcPts val="1200"/>
              </a:spcBef>
              <a:defRPr sz="1500">
                <a:solidFill>
                  <a:srgbClr val="CBD5E1"/>
                </a:solidFill>
              </a:defRPr>
            </a:pPr>
            <a:r>
              <a:t>• Dedicated Saathi AI Studio accessible directly from the left sidebar.</a:t>
            </a:r>
          </a:p>
          <a:p>
            <a:pPr>
              <a:spcBef>
                <a:spcPts val="1200"/>
              </a:spcBef>
              <a:defRPr sz="1500">
                <a:solidFill>
                  <a:srgbClr val="CBD5E1"/>
                </a:solidFill>
              </a:defRPr>
            </a:pPr>
            <a:r>
              <a:t>• Cute AI Lady Tutor character with smart glasses &amp; pointer stick for friendly learning.</a:t>
            </a:r>
          </a:p>
          <a:p>
            <a:pPr>
              <a:spcBef>
                <a:spcPts val="1200"/>
              </a:spcBef>
              <a:defRPr sz="1500">
                <a:solidFill>
                  <a:srgbClr val="CBD5E1"/>
                </a:solidFill>
              </a:defRPr>
            </a:pPr>
            <a:r>
              <a:t>• Interactive 1-Click Chips: Pop Quiz Master, 5th-Grade Story, Academic Joke &amp; Study Motivation.</a:t>
            </a:r>
          </a:p>
          <a:p>
            <a:pPr>
              <a:spcBef>
                <a:spcPts val="1200"/>
              </a:spcBef>
              <a:defRPr sz="1500">
                <a:solidFill>
                  <a:srgbClr val="CBD5E1"/>
                </a:solidFill>
              </a:defRPr>
            </a:pPr>
            <a:r>
              <a:t>• Hands-Free Continuous Speech Loop with automatic voice readout.</a:t>
            </a:r>
          </a:p>
        </p:txBody>
      </p:sp>
      <p:pic>
        <p:nvPicPr>
          <p:cNvPr id="6" name="Picture 5" descr="lady_tu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645920"/>
            <a:ext cx="33832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Updated Technical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Frontend Framework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React 18 + Vite PWA (Zero Install, Progressive Web App)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C4899"/>
                </a:solidFill>
              </a:defRPr>
            </a:pPr>
            <a:r>
              <a:t>AI Inference Engine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Groq Llama-3.3-70b-versatile &amp; Llama-3.2-11b-vision-preview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OCR &amp; Speech APIs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Web Speech API, SpeechSynthesis &amp; Tesseract.js fallback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UI &amp; Design System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Platinum Silver &amp; Dark Charcoal CSS with Glassmorphism &amp; Lucide Icons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Feasibility &amp; Zero-Cost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⚡ HACKATHON FEASIBILITY &amp; DEPLOYMENT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1. 4-Person Team: Roles clearly scoped across AI, Frontend, Accessibility, and Design.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2. Zero-Cost Infrastructure: Groq AI, Vercel hosting &amp; Web Speech API — 100% free tier.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3. Zero Hardware Barrier: Runs on any browser phone/laptop without special hardware.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4. Pre-trained AI Models: Zero custom model training required; instant high accuracy out of the 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Risk Mitigation &amp; Live Demo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C4899"/>
                </a:solidFill>
              </a:defRPr>
            </a:pPr>
            <a:r>
              <a:t>🛡️ OVERCOMING TECHNICAL CHALLENGES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• Speech Latency: Progressive streaming &amp; client-side SpeechSynthesis voice buffer.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• Image / Note Noise: Built-in filter Garbled OCR regex engine cleans illegible symbols.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• Guest Authentication: 1-Click Guest Sign In for instant reviewer access without sign-up delay.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• Live Deployment: Deployed on Vercel with automatic GitHub sync.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Impact &amp; Campus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🌟 REAL-WORLD CAMPUS IMPACT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Replaces 5+ fragmented apps with one unified accessibility PWA.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Empowers visually impaired, deaf/hard-of-hearing, and dyslexic students in university classrooms.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Zero-install PWA eliminates device compatibility barriers for low-income students.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Supports non-native English speakers with live Hindi and Marathi translation.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Choose Saathi?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💡 THE PAMR DIFFERENCE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1. All-in-One Platform: Vision, Speech, Text &amp; Math tools in one unified PWA.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2. Automatic AI Routing: PAMR eliminates manual settings — set your profile once.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3. Browser-Based PWA: Zero app store installation needed — works instantly on any phone or laptop.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Academic References &amp; Research 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📚 RESEARCH PAPERS &amp; FOUNDATIONS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• Manduchi, R., &amp; Coughlan, J. (2012). 'The Role of Computer Vision in Accessible Technology.' Proceedings of the IEEE, 100(5), 1680–1698.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• Karamolegkou, A., et al. (2025). 'Evaluating multimodal language models as visual assistants for visually impaired users.' ACL 2025 / arXiv.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• Microsoft Research — 'Seeing AI: Helping People See the World' (real-world assistive framework reference).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Future Roadmap &amp;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🚀 SCALABILITY &amp; VISION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Short-Term: Add 10+ regional Indian languages &amp; offline web worker OCR mode.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Mid-Term: Smart Classroom LMS integration &amp; AI campus navigation.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Long-Term: Wearable glass camera &amp; smart mic integration for hands-free university lectures.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</a:defRPr>
            </a:pPr>
            <a:r>
              <a:t>• Mission: 'To build an inclusive digital learning ecosystem where every student accesses education independently.'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SAATHI ACCESSIBILITY COPILOT | TEAM SARVASHRESTHA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Team Sarvashrestha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C4899"/>
                </a:solidFill>
              </a:defRPr>
            </a:pPr>
            <a:r>
              <a:t>👥 TEAM MEMBERS &amp; CONTRIBUTIONS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• Diya Poulkar &amp; Team Sarvashrestha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• Track 2: AI Agent &amp; Accessibility Copilot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• Repository: https://github.com/diyaapoulkar-alt/Team-Sarvashrestha-Diya-Poulkar.git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• Live Deployment: https://team-sarvashrestha-diya-poulkar.vercel.app/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THANK YOU!</a:t>
            </a:r>
          </a:p>
          <a:p>
            <a:pPr>
              <a:spcBef>
                <a:spcPts val="1600"/>
              </a:spcBef>
              <a:defRPr sz="2000">
                <a:solidFill>
                  <a:srgbClr val="F8FAFC"/>
                </a:solidFill>
              </a:defRPr>
            </a:pPr>
            <a:r>
              <a:t>Saathi — Universal Learning with Multimodal AI Accessibility</a:t>
            </a:r>
          </a:p>
          <a:p>
            <a:pPr>
              <a:spcBef>
                <a:spcPts val="1600"/>
              </a:spcBef>
              <a:defRPr sz="1600">
                <a:solidFill>
                  <a:srgbClr val="10B981"/>
                </a:solidFill>
              </a:defRPr>
            </a:pPr>
            <a:r>
              <a:t>Live Demo: https://team-sarvashrestha-diya-poulkar.vercel.app/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